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04" r:id="rId2"/>
    <p:sldId id="705" r:id="rId3"/>
    <p:sldId id="706" r:id="rId4"/>
    <p:sldId id="707" r:id="rId5"/>
    <p:sldId id="709"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5" d="100"/>
          <a:sy n="75" d="100"/>
        </p:scale>
        <p:origin x="58"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2EA1AE-BF2D-BF22-5156-F01268735873}"/>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fr-FR"/>
          </a:p>
        </p:txBody>
      </p:sp>
      <p:sp>
        <p:nvSpPr>
          <p:cNvPr id="3" name="Ondertitel 2">
            <a:extLst>
              <a:ext uri="{FF2B5EF4-FFF2-40B4-BE49-F238E27FC236}">
                <a16:creationId xmlns:a16="http://schemas.microsoft.com/office/drawing/2014/main" id="{E52656A6-A5DF-E30A-197E-F9E0670155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fr-FR"/>
          </a:p>
        </p:txBody>
      </p:sp>
      <p:sp>
        <p:nvSpPr>
          <p:cNvPr id="4" name="Tijdelijke aanduiding voor datum 3">
            <a:extLst>
              <a:ext uri="{FF2B5EF4-FFF2-40B4-BE49-F238E27FC236}">
                <a16:creationId xmlns:a16="http://schemas.microsoft.com/office/drawing/2014/main" id="{315FB334-9550-926F-19BF-2E3582245EC2}"/>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5" name="Tijdelijke aanduiding voor voettekst 4">
            <a:extLst>
              <a:ext uri="{FF2B5EF4-FFF2-40B4-BE49-F238E27FC236}">
                <a16:creationId xmlns:a16="http://schemas.microsoft.com/office/drawing/2014/main" id="{49BDAA70-59A8-A47C-AE8C-1E6D05997AC3}"/>
              </a:ext>
            </a:extLst>
          </p:cNvPr>
          <p:cNvSpPr>
            <a:spLocks noGrp="1"/>
          </p:cNvSpPr>
          <p:nvPr>
            <p:ph type="ftr" sz="quarter" idx="11"/>
          </p:nvPr>
        </p:nvSpPr>
        <p:spPr/>
        <p:txBody>
          <a:bodyPr/>
          <a:lstStyle/>
          <a:p>
            <a:endParaRPr lang="fr-FR"/>
          </a:p>
        </p:txBody>
      </p:sp>
      <p:sp>
        <p:nvSpPr>
          <p:cNvPr id="6" name="Tijdelijke aanduiding voor dianummer 5">
            <a:extLst>
              <a:ext uri="{FF2B5EF4-FFF2-40B4-BE49-F238E27FC236}">
                <a16:creationId xmlns:a16="http://schemas.microsoft.com/office/drawing/2014/main" id="{A8BF36AB-3BE4-1EBA-ABB1-1C4C0BD47F66}"/>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95799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0CAC03-B607-8FF6-F5F2-1939926EE1B4}"/>
              </a:ext>
            </a:extLst>
          </p:cNvPr>
          <p:cNvSpPr>
            <a:spLocks noGrp="1"/>
          </p:cNvSpPr>
          <p:nvPr>
            <p:ph type="title"/>
          </p:nvPr>
        </p:nvSpPr>
        <p:spPr/>
        <p:txBody>
          <a:bodyPr/>
          <a:lstStyle/>
          <a:p>
            <a:r>
              <a:rPr lang="nl-NL"/>
              <a:t>Klik om stijl te bewerken</a:t>
            </a:r>
            <a:endParaRPr lang="fr-FR"/>
          </a:p>
        </p:txBody>
      </p:sp>
      <p:sp>
        <p:nvSpPr>
          <p:cNvPr id="3" name="Tijdelijke aanduiding voor inhoud 2">
            <a:extLst>
              <a:ext uri="{FF2B5EF4-FFF2-40B4-BE49-F238E27FC236}">
                <a16:creationId xmlns:a16="http://schemas.microsoft.com/office/drawing/2014/main" id="{AEC18F95-DA8D-E056-6E3A-85142420DBD4}"/>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fr-FR"/>
          </a:p>
        </p:txBody>
      </p:sp>
      <p:sp>
        <p:nvSpPr>
          <p:cNvPr id="4" name="Tijdelijke aanduiding voor datum 3">
            <a:extLst>
              <a:ext uri="{FF2B5EF4-FFF2-40B4-BE49-F238E27FC236}">
                <a16:creationId xmlns:a16="http://schemas.microsoft.com/office/drawing/2014/main" id="{CD6BB467-1DCB-86AE-8A7B-02FF4E598ECA}"/>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5" name="Tijdelijke aanduiding voor voettekst 4">
            <a:extLst>
              <a:ext uri="{FF2B5EF4-FFF2-40B4-BE49-F238E27FC236}">
                <a16:creationId xmlns:a16="http://schemas.microsoft.com/office/drawing/2014/main" id="{B0AD4CD4-47C6-13AD-1E6C-C203DFCBFC64}"/>
              </a:ext>
            </a:extLst>
          </p:cNvPr>
          <p:cNvSpPr>
            <a:spLocks noGrp="1"/>
          </p:cNvSpPr>
          <p:nvPr>
            <p:ph type="ftr" sz="quarter" idx="11"/>
          </p:nvPr>
        </p:nvSpPr>
        <p:spPr/>
        <p:txBody>
          <a:bodyPr/>
          <a:lstStyle/>
          <a:p>
            <a:endParaRPr lang="fr-FR"/>
          </a:p>
        </p:txBody>
      </p:sp>
      <p:sp>
        <p:nvSpPr>
          <p:cNvPr id="6" name="Tijdelijke aanduiding voor dianummer 5">
            <a:extLst>
              <a:ext uri="{FF2B5EF4-FFF2-40B4-BE49-F238E27FC236}">
                <a16:creationId xmlns:a16="http://schemas.microsoft.com/office/drawing/2014/main" id="{70195456-DF0F-43F0-8981-C38F509821AF}"/>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961499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DC2DA2-C866-A62B-A6C0-0C524F8B88AD}"/>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fr-FR"/>
          </a:p>
        </p:txBody>
      </p:sp>
      <p:sp>
        <p:nvSpPr>
          <p:cNvPr id="3" name="Tijdelijke aanduiding voor tekst 2">
            <a:extLst>
              <a:ext uri="{FF2B5EF4-FFF2-40B4-BE49-F238E27FC236}">
                <a16:creationId xmlns:a16="http://schemas.microsoft.com/office/drawing/2014/main" id="{88FB0480-B085-F542-79E2-715AD44FDA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C8553F26-F644-2D0A-0784-157D8C63292A}"/>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5" name="Tijdelijke aanduiding voor voettekst 4">
            <a:extLst>
              <a:ext uri="{FF2B5EF4-FFF2-40B4-BE49-F238E27FC236}">
                <a16:creationId xmlns:a16="http://schemas.microsoft.com/office/drawing/2014/main" id="{4BEEBCC2-A42F-5BFC-B0A9-228AC4EB1AF8}"/>
              </a:ext>
            </a:extLst>
          </p:cNvPr>
          <p:cNvSpPr>
            <a:spLocks noGrp="1"/>
          </p:cNvSpPr>
          <p:nvPr>
            <p:ph type="ftr" sz="quarter" idx="11"/>
          </p:nvPr>
        </p:nvSpPr>
        <p:spPr/>
        <p:txBody>
          <a:bodyPr/>
          <a:lstStyle/>
          <a:p>
            <a:endParaRPr lang="fr-FR"/>
          </a:p>
        </p:txBody>
      </p:sp>
      <p:sp>
        <p:nvSpPr>
          <p:cNvPr id="6" name="Tijdelijke aanduiding voor dianummer 5">
            <a:extLst>
              <a:ext uri="{FF2B5EF4-FFF2-40B4-BE49-F238E27FC236}">
                <a16:creationId xmlns:a16="http://schemas.microsoft.com/office/drawing/2014/main" id="{6712C9A5-7C6C-81A4-987F-61A8B2823581}"/>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2060888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6FBF8B-AB24-2042-6FC2-FAD899D8C788}"/>
              </a:ext>
            </a:extLst>
          </p:cNvPr>
          <p:cNvSpPr>
            <a:spLocks noGrp="1"/>
          </p:cNvSpPr>
          <p:nvPr>
            <p:ph type="title"/>
          </p:nvPr>
        </p:nvSpPr>
        <p:spPr/>
        <p:txBody>
          <a:bodyPr/>
          <a:lstStyle/>
          <a:p>
            <a:r>
              <a:rPr lang="nl-NL"/>
              <a:t>Klik om stijl te bewerken</a:t>
            </a:r>
            <a:endParaRPr lang="fr-FR"/>
          </a:p>
        </p:txBody>
      </p:sp>
      <p:sp>
        <p:nvSpPr>
          <p:cNvPr id="3" name="Tijdelijke aanduiding voor inhoud 2">
            <a:extLst>
              <a:ext uri="{FF2B5EF4-FFF2-40B4-BE49-F238E27FC236}">
                <a16:creationId xmlns:a16="http://schemas.microsoft.com/office/drawing/2014/main" id="{AB491FC6-E00D-EC00-DD37-17C59A342FFE}"/>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fr-FR"/>
          </a:p>
        </p:txBody>
      </p:sp>
      <p:sp>
        <p:nvSpPr>
          <p:cNvPr id="4" name="Tijdelijke aanduiding voor inhoud 3">
            <a:extLst>
              <a:ext uri="{FF2B5EF4-FFF2-40B4-BE49-F238E27FC236}">
                <a16:creationId xmlns:a16="http://schemas.microsoft.com/office/drawing/2014/main" id="{D03BEEE5-B76E-26F8-1297-D2783F9F02E3}"/>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fr-FR"/>
          </a:p>
        </p:txBody>
      </p:sp>
      <p:sp>
        <p:nvSpPr>
          <p:cNvPr id="5" name="Tijdelijke aanduiding voor datum 4">
            <a:extLst>
              <a:ext uri="{FF2B5EF4-FFF2-40B4-BE49-F238E27FC236}">
                <a16:creationId xmlns:a16="http://schemas.microsoft.com/office/drawing/2014/main" id="{4DFEB933-7BB8-38C9-808B-45100674313E}"/>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6" name="Tijdelijke aanduiding voor voettekst 5">
            <a:extLst>
              <a:ext uri="{FF2B5EF4-FFF2-40B4-BE49-F238E27FC236}">
                <a16:creationId xmlns:a16="http://schemas.microsoft.com/office/drawing/2014/main" id="{1F0E481C-C78B-25BA-FB73-F64737E492C4}"/>
              </a:ext>
            </a:extLst>
          </p:cNvPr>
          <p:cNvSpPr>
            <a:spLocks noGrp="1"/>
          </p:cNvSpPr>
          <p:nvPr>
            <p:ph type="ftr" sz="quarter" idx="11"/>
          </p:nvPr>
        </p:nvSpPr>
        <p:spPr/>
        <p:txBody>
          <a:bodyPr/>
          <a:lstStyle/>
          <a:p>
            <a:endParaRPr lang="fr-FR"/>
          </a:p>
        </p:txBody>
      </p:sp>
      <p:sp>
        <p:nvSpPr>
          <p:cNvPr id="7" name="Tijdelijke aanduiding voor dianummer 6">
            <a:extLst>
              <a:ext uri="{FF2B5EF4-FFF2-40B4-BE49-F238E27FC236}">
                <a16:creationId xmlns:a16="http://schemas.microsoft.com/office/drawing/2014/main" id="{92713ED0-6E38-C7D2-B308-DEFBB25229CE}"/>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2037223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71E6BE-CA72-955B-5126-239EFBC8BF22}"/>
              </a:ext>
            </a:extLst>
          </p:cNvPr>
          <p:cNvSpPr>
            <a:spLocks noGrp="1"/>
          </p:cNvSpPr>
          <p:nvPr>
            <p:ph type="title"/>
          </p:nvPr>
        </p:nvSpPr>
        <p:spPr>
          <a:xfrm>
            <a:off x="839788" y="365125"/>
            <a:ext cx="10515600" cy="1325563"/>
          </a:xfrm>
        </p:spPr>
        <p:txBody>
          <a:bodyPr/>
          <a:lstStyle/>
          <a:p>
            <a:r>
              <a:rPr lang="nl-NL"/>
              <a:t>Klik om stijl te bewerken</a:t>
            </a:r>
            <a:endParaRPr lang="fr-FR"/>
          </a:p>
        </p:txBody>
      </p:sp>
      <p:sp>
        <p:nvSpPr>
          <p:cNvPr id="3" name="Tijdelijke aanduiding voor tekst 2">
            <a:extLst>
              <a:ext uri="{FF2B5EF4-FFF2-40B4-BE49-F238E27FC236}">
                <a16:creationId xmlns:a16="http://schemas.microsoft.com/office/drawing/2014/main" id="{4BB26C36-28E0-2683-33C0-B83844860E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12C33F94-9E49-0894-76CD-393DB91F5E66}"/>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fr-FR"/>
          </a:p>
        </p:txBody>
      </p:sp>
      <p:sp>
        <p:nvSpPr>
          <p:cNvPr id="5" name="Tijdelijke aanduiding voor tekst 4">
            <a:extLst>
              <a:ext uri="{FF2B5EF4-FFF2-40B4-BE49-F238E27FC236}">
                <a16:creationId xmlns:a16="http://schemas.microsoft.com/office/drawing/2014/main" id="{44D9F8E3-0B68-9839-36EF-5C63DBCEEF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49E31146-07BE-2E9F-DD8F-ED40FD410EBB}"/>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fr-FR"/>
          </a:p>
        </p:txBody>
      </p:sp>
      <p:sp>
        <p:nvSpPr>
          <p:cNvPr id="7" name="Tijdelijke aanduiding voor datum 6">
            <a:extLst>
              <a:ext uri="{FF2B5EF4-FFF2-40B4-BE49-F238E27FC236}">
                <a16:creationId xmlns:a16="http://schemas.microsoft.com/office/drawing/2014/main" id="{9EB10474-7A0C-BC46-8D19-B47C2751690D}"/>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8" name="Tijdelijke aanduiding voor voettekst 7">
            <a:extLst>
              <a:ext uri="{FF2B5EF4-FFF2-40B4-BE49-F238E27FC236}">
                <a16:creationId xmlns:a16="http://schemas.microsoft.com/office/drawing/2014/main" id="{D9BADA49-63F5-9E2D-D6D7-DBB5F5BE7B06}"/>
              </a:ext>
            </a:extLst>
          </p:cNvPr>
          <p:cNvSpPr>
            <a:spLocks noGrp="1"/>
          </p:cNvSpPr>
          <p:nvPr>
            <p:ph type="ftr" sz="quarter" idx="11"/>
          </p:nvPr>
        </p:nvSpPr>
        <p:spPr/>
        <p:txBody>
          <a:bodyPr/>
          <a:lstStyle/>
          <a:p>
            <a:endParaRPr lang="fr-FR"/>
          </a:p>
        </p:txBody>
      </p:sp>
      <p:sp>
        <p:nvSpPr>
          <p:cNvPr id="9" name="Tijdelijke aanduiding voor dianummer 8">
            <a:extLst>
              <a:ext uri="{FF2B5EF4-FFF2-40B4-BE49-F238E27FC236}">
                <a16:creationId xmlns:a16="http://schemas.microsoft.com/office/drawing/2014/main" id="{7DFCF973-6C1A-EC62-D52B-E55EF7237892}"/>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2389646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AD2D51-1EC6-5D2A-2C84-E33182034340}"/>
              </a:ext>
            </a:extLst>
          </p:cNvPr>
          <p:cNvSpPr>
            <a:spLocks noGrp="1"/>
          </p:cNvSpPr>
          <p:nvPr>
            <p:ph type="title"/>
          </p:nvPr>
        </p:nvSpPr>
        <p:spPr/>
        <p:txBody>
          <a:bodyPr/>
          <a:lstStyle/>
          <a:p>
            <a:r>
              <a:rPr lang="nl-NL"/>
              <a:t>Klik om stijl te bewerken</a:t>
            </a:r>
            <a:endParaRPr lang="fr-FR"/>
          </a:p>
        </p:txBody>
      </p:sp>
      <p:sp>
        <p:nvSpPr>
          <p:cNvPr id="3" name="Tijdelijke aanduiding voor datum 2">
            <a:extLst>
              <a:ext uri="{FF2B5EF4-FFF2-40B4-BE49-F238E27FC236}">
                <a16:creationId xmlns:a16="http://schemas.microsoft.com/office/drawing/2014/main" id="{205D46CC-A1F0-DB8C-3A54-1B88A8B71CFF}"/>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4" name="Tijdelijke aanduiding voor voettekst 3">
            <a:extLst>
              <a:ext uri="{FF2B5EF4-FFF2-40B4-BE49-F238E27FC236}">
                <a16:creationId xmlns:a16="http://schemas.microsoft.com/office/drawing/2014/main" id="{3DC4B4A7-25C3-996F-9C73-B0CF0BADCC98}"/>
              </a:ext>
            </a:extLst>
          </p:cNvPr>
          <p:cNvSpPr>
            <a:spLocks noGrp="1"/>
          </p:cNvSpPr>
          <p:nvPr>
            <p:ph type="ftr" sz="quarter" idx="11"/>
          </p:nvPr>
        </p:nvSpPr>
        <p:spPr/>
        <p:txBody>
          <a:bodyPr/>
          <a:lstStyle/>
          <a:p>
            <a:endParaRPr lang="fr-FR"/>
          </a:p>
        </p:txBody>
      </p:sp>
      <p:sp>
        <p:nvSpPr>
          <p:cNvPr id="5" name="Tijdelijke aanduiding voor dianummer 4">
            <a:extLst>
              <a:ext uri="{FF2B5EF4-FFF2-40B4-BE49-F238E27FC236}">
                <a16:creationId xmlns:a16="http://schemas.microsoft.com/office/drawing/2014/main" id="{72314DFA-3A02-BF1D-E8BA-32D453B62D47}"/>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2914291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DE6CF11-3B91-3887-7B04-F10CFCE71EFE}"/>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3" name="Tijdelijke aanduiding voor voettekst 2">
            <a:extLst>
              <a:ext uri="{FF2B5EF4-FFF2-40B4-BE49-F238E27FC236}">
                <a16:creationId xmlns:a16="http://schemas.microsoft.com/office/drawing/2014/main" id="{41AB1194-57E5-B312-3364-AF2DE7EDC611}"/>
              </a:ext>
            </a:extLst>
          </p:cNvPr>
          <p:cNvSpPr>
            <a:spLocks noGrp="1"/>
          </p:cNvSpPr>
          <p:nvPr>
            <p:ph type="ftr" sz="quarter" idx="11"/>
          </p:nvPr>
        </p:nvSpPr>
        <p:spPr/>
        <p:txBody>
          <a:bodyPr/>
          <a:lstStyle/>
          <a:p>
            <a:endParaRPr lang="fr-FR"/>
          </a:p>
        </p:txBody>
      </p:sp>
      <p:sp>
        <p:nvSpPr>
          <p:cNvPr id="4" name="Tijdelijke aanduiding voor dianummer 3">
            <a:extLst>
              <a:ext uri="{FF2B5EF4-FFF2-40B4-BE49-F238E27FC236}">
                <a16:creationId xmlns:a16="http://schemas.microsoft.com/office/drawing/2014/main" id="{E8204576-E774-35CA-9187-2C3BEB88A36A}"/>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3345928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EC78E4-B830-49D2-4688-6469C6178545}"/>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fr-FR"/>
          </a:p>
        </p:txBody>
      </p:sp>
      <p:sp>
        <p:nvSpPr>
          <p:cNvPr id="3" name="Tijdelijke aanduiding voor inhoud 2">
            <a:extLst>
              <a:ext uri="{FF2B5EF4-FFF2-40B4-BE49-F238E27FC236}">
                <a16:creationId xmlns:a16="http://schemas.microsoft.com/office/drawing/2014/main" id="{04EDA462-8EAD-32EF-339D-1372E3CF79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fr-FR"/>
          </a:p>
        </p:txBody>
      </p:sp>
      <p:sp>
        <p:nvSpPr>
          <p:cNvPr id="4" name="Tijdelijke aanduiding voor tekst 3">
            <a:extLst>
              <a:ext uri="{FF2B5EF4-FFF2-40B4-BE49-F238E27FC236}">
                <a16:creationId xmlns:a16="http://schemas.microsoft.com/office/drawing/2014/main" id="{E46135B3-B0A4-BF3A-301E-C2A1343ECD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820E22F5-7899-33CC-B5FE-C8A70AA4A1B9}"/>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6" name="Tijdelijke aanduiding voor voettekst 5">
            <a:extLst>
              <a:ext uri="{FF2B5EF4-FFF2-40B4-BE49-F238E27FC236}">
                <a16:creationId xmlns:a16="http://schemas.microsoft.com/office/drawing/2014/main" id="{C16BB2A1-597E-8026-902A-F5A6FC05A7ED}"/>
              </a:ext>
            </a:extLst>
          </p:cNvPr>
          <p:cNvSpPr>
            <a:spLocks noGrp="1"/>
          </p:cNvSpPr>
          <p:nvPr>
            <p:ph type="ftr" sz="quarter" idx="11"/>
          </p:nvPr>
        </p:nvSpPr>
        <p:spPr/>
        <p:txBody>
          <a:bodyPr/>
          <a:lstStyle/>
          <a:p>
            <a:endParaRPr lang="fr-FR"/>
          </a:p>
        </p:txBody>
      </p:sp>
      <p:sp>
        <p:nvSpPr>
          <p:cNvPr id="7" name="Tijdelijke aanduiding voor dianummer 6">
            <a:extLst>
              <a:ext uri="{FF2B5EF4-FFF2-40B4-BE49-F238E27FC236}">
                <a16:creationId xmlns:a16="http://schemas.microsoft.com/office/drawing/2014/main" id="{5805CA53-4A3A-664F-9EC9-52731C390F6C}"/>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1435071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E716CE-F88B-DFB4-9302-5B8E094F8D0A}"/>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fr-FR"/>
          </a:p>
        </p:txBody>
      </p:sp>
      <p:sp>
        <p:nvSpPr>
          <p:cNvPr id="3" name="Tijdelijke aanduiding voor afbeelding 2">
            <a:extLst>
              <a:ext uri="{FF2B5EF4-FFF2-40B4-BE49-F238E27FC236}">
                <a16:creationId xmlns:a16="http://schemas.microsoft.com/office/drawing/2014/main" id="{EDED28E9-35C4-C85A-76A2-99D63A360C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ijdelijke aanduiding voor tekst 3">
            <a:extLst>
              <a:ext uri="{FF2B5EF4-FFF2-40B4-BE49-F238E27FC236}">
                <a16:creationId xmlns:a16="http://schemas.microsoft.com/office/drawing/2014/main" id="{5BF05A27-8AF9-F83B-9DA7-737E7DAAC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30320AEA-E185-D14D-D256-C1635FED8250}"/>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6" name="Tijdelijke aanduiding voor voettekst 5">
            <a:extLst>
              <a:ext uri="{FF2B5EF4-FFF2-40B4-BE49-F238E27FC236}">
                <a16:creationId xmlns:a16="http://schemas.microsoft.com/office/drawing/2014/main" id="{15CF66D5-878B-5D69-4CA5-A1A4400EFC4F}"/>
              </a:ext>
            </a:extLst>
          </p:cNvPr>
          <p:cNvSpPr>
            <a:spLocks noGrp="1"/>
          </p:cNvSpPr>
          <p:nvPr>
            <p:ph type="ftr" sz="quarter" idx="11"/>
          </p:nvPr>
        </p:nvSpPr>
        <p:spPr/>
        <p:txBody>
          <a:bodyPr/>
          <a:lstStyle/>
          <a:p>
            <a:endParaRPr lang="fr-FR"/>
          </a:p>
        </p:txBody>
      </p:sp>
      <p:sp>
        <p:nvSpPr>
          <p:cNvPr id="7" name="Tijdelijke aanduiding voor dianummer 6">
            <a:extLst>
              <a:ext uri="{FF2B5EF4-FFF2-40B4-BE49-F238E27FC236}">
                <a16:creationId xmlns:a16="http://schemas.microsoft.com/office/drawing/2014/main" id="{8CEF508A-1116-0F5C-7DFF-E6904DB57B94}"/>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3826591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38B045-E139-0402-1D56-01EC8F5C0D2E}"/>
              </a:ext>
            </a:extLst>
          </p:cNvPr>
          <p:cNvSpPr>
            <a:spLocks noGrp="1"/>
          </p:cNvSpPr>
          <p:nvPr>
            <p:ph type="title"/>
          </p:nvPr>
        </p:nvSpPr>
        <p:spPr/>
        <p:txBody>
          <a:bodyPr/>
          <a:lstStyle/>
          <a:p>
            <a:r>
              <a:rPr lang="nl-NL"/>
              <a:t>Klik om stijl te bewerken</a:t>
            </a:r>
            <a:endParaRPr lang="fr-FR"/>
          </a:p>
        </p:txBody>
      </p:sp>
      <p:sp>
        <p:nvSpPr>
          <p:cNvPr id="3" name="Tijdelijke aanduiding voor verticale tekst 2">
            <a:extLst>
              <a:ext uri="{FF2B5EF4-FFF2-40B4-BE49-F238E27FC236}">
                <a16:creationId xmlns:a16="http://schemas.microsoft.com/office/drawing/2014/main" id="{DC5214B9-DC74-A704-1042-83FE116E7E1F}"/>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fr-FR"/>
          </a:p>
        </p:txBody>
      </p:sp>
      <p:sp>
        <p:nvSpPr>
          <p:cNvPr id="4" name="Tijdelijke aanduiding voor datum 3">
            <a:extLst>
              <a:ext uri="{FF2B5EF4-FFF2-40B4-BE49-F238E27FC236}">
                <a16:creationId xmlns:a16="http://schemas.microsoft.com/office/drawing/2014/main" id="{A5664C0F-E693-D3C6-60A8-886F544B0E2F}"/>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5" name="Tijdelijke aanduiding voor voettekst 4">
            <a:extLst>
              <a:ext uri="{FF2B5EF4-FFF2-40B4-BE49-F238E27FC236}">
                <a16:creationId xmlns:a16="http://schemas.microsoft.com/office/drawing/2014/main" id="{4209AAC8-418B-B385-B1F9-C9C475ABBA0D}"/>
              </a:ext>
            </a:extLst>
          </p:cNvPr>
          <p:cNvSpPr>
            <a:spLocks noGrp="1"/>
          </p:cNvSpPr>
          <p:nvPr>
            <p:ph type="ftr" sz="quarter" idx="11"/>
          </p:nvPr>
        </p:nvSpPr>
        <p:spPr/>
        <p:txBody>
          <a:bodyPr/>
          <a:lstStyle/>
          <a:p>
            <a:endParaRPr lang="fr-FR"/>
          </a:p>
        </p:txBody>
      </p:sp>
      <p:sp>
        <p:nvSpPr>
          <p:cNvPr id="6" name="Tijdelijke aanduiding voor dianummer 5">
            <a:extLst>
              <a:ext uri="{FF2B5EF4-FFF2-40B4-BE49-F238E27FC236}">
                <a16:creationId xmlns:a16="http://schemas.microsoft.com/office/drawing/2014/main" id="{A2F65AE3-4BDF-B8B4-7543-3384352644C1}"/>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1710251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D483FB6E-D4F8-CD1F-89FB-FC50B1667239}"/>
              </a:ext>
            </a:extLst>
          </p:cNvPr>
          <p:cNvSpPr>
            <a:spLocks noGrp="1"/>
          </p:cNvSpPr>
          <p:nvPr>
            <p:ph type="title" orient="vert"/>
          </p:nvPr>
        </p:nvSpPr>
        <p:spPr>
          <a:xfrm>
            <a:off x="8724900" y="365125"/>
            <a:ext cx="2628900" cy="5811838"/>
          </a:xfrm>
        </p:spPr>
        <p:txBody>
          <a:bodyPr vert="eaVert"/>
          <a:lstStyle/>
          <a:p>
            <a:r>
              <a:rPr lang="nl-NL"/>
              <a:t>Klik om stijl te bewerken</a:t>
            </a:r>
            <a:endParaRPr lang="fr-FR"/>
          </a:p>
        </p:txBody>
      </p:sp>
      <p:sp>
        <p:nvSpPr>
          <p:cNvPr id="3" name="Tijdelijke aanduiding voor verticale tekst 2">
            <a:extLst>
              <a:ext uri="{FF2B5EF4-FFF2-40B4-BE49-F238E27FC236}">
                <a16:creationId xmlns:a16="http://schemas.microsoft.com/office/drawing/2014/main" id="{89E75813-EA53-E03D-E111-AFDA32944E24}"/>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fr-FR"/>
          </a:p>
        </p:txBody>
      </p:sp>
      <p:sp>
        <p:nvSpPr>
          <p:cNvPr id="4" name="Tijdelijke aanduiding voor datum 3">
            <a:extLst>
              <a:ext uri="{FF2B5EF4-FFF2-40B4-BE49-F238E27FC236}">
                <a16:creationId xmlns:a16="http://schemas.microsoft.com/office/drawing/2014/main" id="{BE1633C1-9C25-F1FD-C787-0E371E05E57E}"/>
              </a:ext>
            </a:extLst>
          </p:cNvPr>
          <p:cNvSpPr>
            <a:spLocks noGrp="1"/>
          </p:cNvSpPr>
          <p:nvPr>
            <p:ph type="dt" sz="half" idx="10"/>
          </p:nvPr>
        </p:nvSpPr>
        <p:spPr/>
        <p:txBody>
          <a:bodyPr/>
          <a:lstStyle/>
          <a:p>
            <a:fld id="{55D0EEC1-5CCC-40A4-A273-A0C95BD285B4}" type="datetimeFigureOut">
              <a:rPr lang="fr-FR" smtClean="0"/>
              <a:t>07/05/2026</a:t>
            </a:fld>
            <a:endParaRPr lang="fr-FR"/>
          </a:p>
        </p:txBody>
      </p:sp>
      <p:sp>
        <p:nvSpPr>
          <p:cNvPr id="5" name="Tijdelijke aanduiding voor voettekst 4">
            <a:extLst>
              <a:ext uri="{FF2B5EF4-FFF2-40B4-BE49-F238E27FC236}">
                <a16:creationId xmlns:a16="http://schemas.microsoft.com/office/drawing/2014/main" id="{8AB0113D-CF8A-D957-061F-0B2EDC9CF858}"/>
              </a:ext>
            </a:extLst>
          </p:cNvPr>
          <p:cNvSpPr>
            <a:spLocks noGrp="1"/>
          </p:cNvSpPr>
          <p:nvPr>
            <p:ph type="ftr" sz="quarter" idx="11"/>
          </p:nvPr>
        </p:nvSpPr>
        <p:spPr/>
        <p:txBody>
          <a:bodyPr/>
          <a:lstStyle/>
          <a:p>
            <a:endParaRPr lang="fr-FR"/>
          </a:p>
        </p:txBody>
      </p:sp>
      <p:sp>
        <p:nvSpPr>
          <p:cNvPr id="6" name="Tijdelijke aanduiding voor dianummer 5">
            <a:extLst>
              <a:ext uri="{FF2B5EF4-FFF2-40B4-BE49-F238E27FC236}">
                <a16:creationId xmlns:a16="http://schemas.microsoft.com/office/drawing/2014/main" id="{CE07D02F-A4D7-9468-E0C8-57B850938F48}"/>
              </a:ext>
            </a:extLst>
          </p:cNvPr>
          <p:cNvSpPr>
            <a:spLocks noGrp="1"/>
          </p:cNvSpPr>
          <p:nvPr>
            <p:ph type="sldNum" sz="quarter" idx="12"/>
          </p:nvPr>
        </p:nvSpPr>
        <p:spPr/>
        <p:txBody>
          <a:bodyPr/>
          <a:lstStyle/>
          <a:p>
            <a:fld id="{8B8B671B-8F3A-4291-8FAD-AFE87D047399}" type="slidenum">
              <a:rPr lang="fr-FR" smtClean="0"/>
              <a:t>‹nr.›</a:t>
            </a:fld>
            <a:endParaRPr lang="fr-FR"/>
          </a:p>
        </p:txBody>
      </p:sp>
    </p:spTree>
    <p:extLst>
      <p:ext uri="{BB962C8B-B14F-4D97-AF65-F5344CB8AC3E}">
        <p14:creationId xmlns:p14="http://schemas.microsoft.com/office/powerpoint/2010/main" val="1010478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over_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1F9DC6B-DD9A-D04C-A10F-E00B5BE99B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68026" y="5934740"/>
            <a:ext cx="1399032" cy="542260"/>
          </a:xfrm>
          <a:prstGeom prst="rect">
            <a:avLst/>
          </a:prstGeom>
        </p:spPr>
      </p:pic>
      <p:sp>
        <p:nvSpPr>
          <p:cNvPr id="9" name="Subtitle 2">
            <a:extLst>
              <a:ext uri="{FF2B5EF4-FFF2-40B4-BE49-F238E27FC236}">
                <a16:creationId xmlns:a16="http://schemas.microsoft.com/office/drawing/2014/main" id="{630B8547-766A-C1C0-F3FD-0F0BC75E0143}"/>
              </a:ext>
            </a:extLst>
          </p:cNvPr>
          <p:cNvSpPr txBox="1">
            <a:spLocks/>
          </p:cNvSpPr>
          <p:nvPr userDrawn="1"/>
        </p:nvSpPr>
        <p:spPr>
          <a:xfrm>
            <a:off x="10071100" y="319506"/>
            <a:ext cx="1690688" cy="220607"/>
          </a:xfrm>
          <a:prstGeom prst="rect">
            <a:avLst/>
          </a:prstGeom>
        </p:spPr>
        <p:txBody>
          <a:bodyPr vert="horz" lIns="0" tIns="0" rIns="0" bIns="0" rtlCol="0" anchor="b" anchorCtr="0">
            <a:noAutofit/>
          </a:bodyPr>
          <a:lst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800" kern="1200">
                <a:solidFill>
                  <a:schemeClr val="bg1"/>
                </a:solidFill>
                <a:latin typeface="+mn-lt"/>
                <a:ea typeface="+mn-ea"/>
                <a:cs typeface="+mn-cs"/>
              </a:defRPr>
            </a:lvl1pPr>
            <a:lvl2pPr marL="457200" indent="0" algn="ctr" defTabSz="914400" rtl="0" eaLnBrk="1" latinLnBrk="0" hangingPunct="1">
              <a:lnSpc>
                <a:spcPct val="120000"/>
              </a:lnSpc>
              <a:spcBef>
                <a:spcPts val="0"/>
              </a:spcBef>
              <a:spcAft>
                <a:spcPts val="400"/>
              </a:spcAft>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0"/>
              </a:spcBef>
              <a:spcAft>
                <a:spcPts val="400"/>
              </a:spcAft>
              <a:buFont typeface="Sora" pitchFamily="2"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800">
                <a:solidFill>
                  <a:schemeClr val="tx1"/>
                </a:solidFill>
              </a:rPr>
              <a:t>Confidential © Sia</a:t>
            </a:r>
          </a:p>
        </p:txBody>
      </p:sp>
      <p:sp>
        <p:nvSpPr>
          <p:cNvPr id="15" name="Picture Placeholder 13">
            <a:extLst>
              <a:ext uri="{FF2B5EF4-FFF2-40B4-BE49-F238E27FC236}">
                <a16:creationId xmlns:a16="http://schemas.microsoft.com/office/drawing/2014/main" id="{7B5ED9D3-3A98-D662-6708-A5C97F84437E}"/>
              </a:ext>
            </a:extLst>
          </p:cNvPr>
          <p:cNvSpPr>
            <a:spLocks noGrp="1"/>
          </p:cNvSpPr>
          <p:nvPr>
            <p:ph type="pic" sz="quarter" idx="18" hasCustomPrompt="1"/>
          </p:nvPr>
        </p:nvSpPr>
        <p:spPr>
          <a:xfrm>
            <a:off x="7442201" y="5787146"/>
            <a:ext cx="1151184" cy="572379"/>
          </a:xfrm>
        </p:spPr>
        <p:txBody>
          <a:bodyPr anchor="ctr" anchorCtr="0"/>
          <a:lstStyle>
            <a:lvl1pPr algn="ctr">
              <a:defRPr sz="1733" b="1">
                <a:solidFill>
                  <a:schemeClr val="tx1"/>
                </a:solidFill>
              </a:defRPr>
            </a:lvl1pPr>
          </a:lstStyle>
          <a:p>
            <a:r>
              <a:rPr lang="en-US"/>
              <a:t>Logo</a:t>
            </a:r>
          </a:p>
        </p:txBody>
      </p:sp>
      <p:sp>
        <p:nvSpPr>
          <p:cNvPr id="2" name="Picture Placeholder 13">
            <a:extLst>
              <a:ext uri="{FF2B5EF4-FFF2-40B4-BE49-F238E27FC236}">
                <a16:creationId xmlns:a16="http://schemas.microsoft.com/office/drawing/2014/main" id="{8D34EB86-40B2-8BA2-E087-020EA111682E}"/>
              </a:ext>
            </a:extLst>
          </p:cNvPr>
          <p:cNvSpPr>
            <a:spLocks noGrp="1"/>
          </p:cNvSpPr>
          <p:nvPr>
            <p:ph type="pic" sz="quarter" idx="19" hasCustomPrompt="1"/>
          </p:nvPr>
        </p:nvSpPr>
        <p:spPr>
          <a:xfrm>
            <a:off x="6021141" y="5787145"/>
            <a:ext cx="1151184" cy="572379"/>
          </a:xfrm>
        </p:spPr>
        <p:txBody>
          <a:bodyPr anchor="ctr" anchorCtr="0"/>
          <a:lstStyle>
            <a:lvl1pPr algn="ctr">
              <a:defRPr sz="1733" b="1">
                <a:solidFill>
                  <a:schemeClr val="tx1"/>
                </a:solidFill>
              </a:defRPr>
            </a:lvl1pPr>
          </a:lstStyle>
          <a:p>
            <a:r>
              <a:rPr lang="en-US"/>
              <a:t>Logo</a:t>
            </a:r>
          </a:p>
        </p:txBody>
      </p:sp>
    </p:spTree>
    <p:extLst>
      <p:ext uri="{BB962C8B-B14F-4D97-AF65-F5344CB8AC3E}">
        <p14:creationId xmlns:p14="http://schemas.microsoft.com/office/powerpoint/2010/main" val="1873873874"/>
      </p:ext>
    </p:extLst>
  </p:cSld>
  <p:clrMapOvr>
    <a:masterClrMapping/>
  </p:clrMapOvr>
  <p:transition>
    <p:fade/>
  </p:transition>
  <p:extLst>
    <p:ext uri="{DCECCB84-F9BA-43D5-87BE-67443E8EF086}">
      <p15:sldGuideLst xmlns:p15="http://schemas.microsoft.com/office/powerpoint/2012/main">
        <p15:guide id="1" orient="horz" pos="17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arge-Text_2-Column_Subhe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5" y="2018772"/>
            <a:ext cx="5548313" cy="4458230"/>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2018772"/>
            <a:ext cx="5548313" cy="4458229"/>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‹nr.›</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1628443669"/>
      </p:ext>
    </p:extLst>
  </p:cSld>
  <p:clrMapOvr>
    <a:masterClrMapping/>
  </p:clrMapOvr>
  <p:transition>
    <p:fade/>
  </p:transition>
  <p:extLst>
    <p:ext uri="{DCECCB84-F9BA-43D5-87BE-67443E8EF086}">
      <p15:sldGuideLst xmlns:p15="http://schemas.microsoft.com/office/powerpoint/2012/main">
        <p15:guide id="1" orient="horz" pos="127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iscus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‹nr.›</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133066" y="2915006"/>
            <a:ext cx="5945212" cy="1077218"/>
          </a:xfrm>
          <a:prstGeom prst="rect">
            <a:avLst/>
          </a:prstGeom>
          <a:noFill/>
        </p:spPr>
        <p:txBody>
          <a:bodyPr wrap="square" rtlCol="0">
            <a:spAutoFit/>
          </a:bodyPr>
          <a:lstStyle/>
          <a:p>
            <a:pPr algn="ctr"/>
            <a:r>
              <a:rPr lang="en-US" sz="6400"/>
              <a:t>Discussion</a:t>
            </a:r>
          </a:p>
        </p:txBody>
      </p:sp>
    </p:spTree>
    <p:extLst>
      <p:ext uri="{BB962C8B-B14F-4D97-AF65-F5344CB8AC3E}">
        <p14:creationId xmlns:p14="http://schemas.microsoft.com/office/powerpoint/2010/main" val="225740224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Let's cha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‹nr.›</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053090" y="2919002"/>
            <a:ext cx="6093768" cy="1077218"/>
          </a:xfrm>
          <a:prstGeom prst="rect">
            <a:avLst/>
          </a:prstGeom>
          <a:noFill/>
        </p:spPr>
        <p:txBody>
          <a:bodyPr wrap="square" rtlCol="0">
            <a:spAutoFit/>
          </a:bodyPr>
          <a:lstStyle/>
          <a:p>
            <a:pPr algn="ctr"/>
            <a:r>
              <a:rPr lang="en-US" sz="6400"/>
              <a:t>Let’s chat</a:t>
            </a:r>
          </a:p>
        </p:txBody>
      </p:sp>
    </p:spTree>
    <p:extLst>
      <p:ext uri="{BB962C8B-B14F-4D97-AF65-F5344CB8AC3E}">
        <p14:creationId xmlns:p14="http://schemas.microsoft.com/office/powerpoint/2010/main" val="315192504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Thank you">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a:latin typeface="Sora-SIA SemiBold" pitchFamily="2" charset="0"/>
                <a:cs typeface="Sora-SIA SemiBold" pitchFamily="2" charset="0"/>
              </a:rPr>
              <a:t>Thank you</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a:p>
          <a:p>
            <a:pPr>
              <a:lnSpc>
                <a:spcPct val="120000"/>
              </a:lnSpc>
            </a:pPr>
            <a:r>
              <a:rPr lang="en-US" sz="1000">
                <a:latin typeface="Sora-SIA SemiBold" pitchFamily="2" charset="0"/>
                <a:cs typeface="Sora-SIA SemiBold" pitchFamily="2" charset="0"/>
              </a:rPr>
              <a:t>sia-partners.com  |  follow us on </a:t>
            </a:r>
            <a:r>
              <a:rPr lang="en-US" sz="1000" err="1">
                <a:latin typeface="Sora-SIA SemiBold" pitchFamily="2" charset="0"/>
                <a:cs typeface="Sora-SIA SemiBold" pitchFamily="2" charset="0"/>
              </a:rPr>
              <a:t>Linkedin</a:t>
            </a:r>
            <a:r>
              <a:rPr lang="en-US" sz="1000">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71101" y="5393026"/>
            <a:ext cx="1320104" cy="808278"/>
          </a:xfrm>
          <a:prstGeom prst="rect">
            <a:avLst/>
          </a:prstGeom>
        </p:spPr>
      </p:pic>
    </p:spTree>
    <p:extLst>
      <p:ext uri="{BB962C8B-B14F-4D97-AF65-F5344CB8AC3E}">
        <p14:creationId xmlns:p14="http://schemas.microsoft.com/office/powerpoint/2010/main" val="273584833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D38AECFC-6F6D-0156-9C5C-551BDFA227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fr-FR"/>
          </a:p>
        </p:txBody>
      </p:sp>
      <p:sp>
        <p:nvSpPr>
          <p:cNvPr id="3" name="Tijdelijke aanduiding voor tekst 2">
            <a:extLst>
              <a:ext uri="{FF2B5EF4-FFF2-40B4-BE49-F238E27FC236}">
                <a16:creationId xmlns:a16="http://schemas.microsoft.com/office/drawing/2014/main" id="{B8585C73-DEEF-7F46-136F-72701B6277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fr-FR"/>
          </a:p>
        </p:txBody>
      </p:sp>
      <p:sp>
        <p:nvSpPr>
          <p:cNvPr id="4" name="Tijdelijke aanduiding voor datum 3">
            <a:extLst>
              <a:ext uri="{FF2B5EF4-FFF2-40B4-BE49-F238E27FC236}">
                <a16:creationId xmlns:a16="http://schemas.microsoft.com/office/drawing/2014/main" id="{7E8A50FC-83F8-58A6-7AD3-4AC89BB16E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D0EEC1-5CCC-40A4-A273-A0C95BD285B4}" type="datetimeFigureOut">
              <a:rPr lang="fr-FR" smtClean="0"/>
              <a:t>07/05/2026</a:t>
            </a:fld>
            <a:endParaRPr lang="fr-FR"/>
          </a:p>
        </p:txBody>
      </p:sp>
      <p:sp>
        <p:nvSpPr>
          <p:cNvPr id="5" name="Tijdelijke aanduiding voor voettekst 4">
            <a:extLst>
              <a:ext uri="{FF2B5EF4-FFF2-40B4-BE49-F238E27FC236}">
                <a16:creationId xmlns:a16="http://schemas.microsoft.com/office/drawing/2014/main" id="{B473AE7B-0C3F-7296-5AAE-0D1D494C69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Tijdelijke aanduiding voor dianummer 5">
            <a:extLst>
              <a:ext uri="{FF2B5EF4-FFF2-40B4-BE49-F238E27FC236}">
                <a16:creationId xmlns:a16="http://schemas.microsoft.com/office/drawing/2014/main" id="{B2B8637A-B5C8-69B0-E8A9-91DCCDBB22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8B671B-8F3A-4291-8FAD-AFE87D047399}" type="slidenum">
              <a:rPr lang="fr-FR" smtClean="0"/>
              <a:t>‹nr.›</a:t>
            </a:fld>
            <a:endParaRPr lang="fr-FR"/>
          </a:p>
        </p:txBody>
      </p:sp>
    </p:spTree>
    <p:extLst>
      <p:ext uri="{BB962C8B-B14F-4D97-AF65-F5344CB8AC3E}">
        <p14:creationId xmlns:p14="http://schemas.microsoft.com/office/powerpoint/2010/main" val="313423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afbeelding 1">
            <a:extLst>
              <a:ext uri="{FF2B5EF4-FFF2-40B4-BE49-F238E27FC236}">
                <a16:creationId xmlns:a16="http://schemas.microsoft.com/office/drawing/2014/main" id="{2EA76B52-6F18-25E8-B416-F825235D2D5B}"/>
              </a:ext>
            </a:extLst>
          </p:cNvPr>
          <p:cNvSpPr>
            <a:spLocks noGrp="1"/>
          </p:cNvSpPr>
          <p:nvPr>
            <p:ph type="pic" sz="quarter" idx="18"/>
          </p:nvPr>
        </p:nvSpPr>
        <p:spPr/>
        <p:txBody>
          <a:bodyPr/>
          <a:lstStyle/>
          <a:p>
            <a:endParaRPr lang="fr-FR"/>
          </a:p>
        </p:txBody>
      </p:sp>
      <p:sp>
        <p:nvSpPr>
          <p:cNvPr id="3" name="Tijdelijke aanduiding voor afbeelding 2">
            <a:extLst>
              <a:ext uri="{FF2B5EF4-FFF2-40B4-BE49-F238E27FC236}">
                <a16:creationId xmlns:a16="http://schemas.microsoft.com/office/drawing/2014/main" id="{D831C1E8-2679-CE88-F407-1BC99493F7F7}"/>
              </a:ext>
            </a:extLst>
          </p:cNvPr>
          <p:cNvSpPr>
            <a:spLocks noGrp="1"/>
          </p:cNvSpPr>
          <p:nvPr>
            <p:ph type="pic" sz="quarter" idx="19"/>
          </p:nvPr>
        </p:nvSpPr>
        <p:spPr/>
        <p:txBody>
          <a:bodyPr/>
          <a:lstStyle/>
          <a:p>
            <a:endParaRPr lang="fr-FR"/>
          </a:p>
        </p:txBody>
      </p:sp>
    </p:spTree>
    <p:extLst>
      <p:ext uri="{BB962C8B-B14F-4D97-AF65-F5344CB8AC3E}">
        <p14:creationId xmlns:p14="http://schemas.microsoft.com/office/powerpoint/2010/main" val="130855931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6C729E-530A-64DF-DE3D-138F4448EFB5}"/>
              </a:ext>
            </a:extLst>
          </p:cNvPr>
          <p:cNvSpPr>
            <a:spLocks noGrp="1"/>
          </p:cNvSpPr>
          <p:nvPr>
            <p:ph type="title"/>
          </p:nvPr>
        </p:nvSpPr>
        <p:spPr/>
        <p:txBody>
          <a:bodyPr/>
          <a:lstStyle/>
          <a:p>
            <a:endParaRPr lang="fr-FR"/>
          </a:p>
        </p:txBody>
      </p:sp>
      <p:sp>
        <p:nvSpPr>
          <p:cNvPr id="3" name="Tijdelijke aanduiding voor inhoud 2">
            <a:extLst>
              <a:ext uri="{FF2B5EF4-FFF2-40B4-BE49-F238E27FC236}">
                <a16:creationId xmlns:a16="http://schemas.microsoft.com/office/drawing/2014/main" id="{692A6ED4-AC93-F2D7-13F3-B94BA4E75343}"/>
              </a:ext>
            </a:extLst>
          </p:cNvPr>
          <p:cNvSpPr>
            <a:spLocks noGrp="1"/>
          </p:cNvSpPr>
          <p:nvPr>
            <p:ph sz="half" idx="1"/>
          </p:nvPr>
        </p:nvSpPr>
        <p:spPr/>
        <p:txBody>
          <a:bodyPr/>
          <a:lstStyle/>
          <a:p>
            <a:endParaRPr lang="fr-FR"/>
          </a:p>
        </p:txBody>
      </p:sp>
      <p:sp>
        <p:nvSpPr>
          <p:cNvPr id="4" name="Tijdelijke aanduiding voor inhoud 3">
            <a:extLst>
              <a:ext uri="{FF2B5EF4-FFF2-40B4-BE49-F238E27FC236}">
                <a16:creationId xmlns:a16="http://schemas.microsoft.com/office/drawing/2014/main" id="{047296D0-035B-BBCC-2E36-9AC4701D546B}"/>
              </a:ext>
            </a:extLst>
          </p:cNvPr>
          <p:cNvSpPr>
            <a:spLocks noGrp="1"/>
          </p:cNvSpPr>
          <p:nvPr>
            <p:ph sz="half" idx="2"/>
          </p:nvPr>
        </p:nvSpPr>
        <p:spPr/>
        <p:txBody>
          <a:bodyPr/>
          <a:lstStyle/>
          <a:p>
            <a:endParaRPr lang="fr-FR"/>
          </a:p>
        </p:txBody>
      </p:sp>
      <p:sp>
        <p:nvSpPr>
          <p:cNvPr id="5" name="Tijdelijke aanduiding voor voettekst 4">
            <a:extLst>
              <a:ext uri="{FF2B5EF4-FFF2-40B4-BE49-F238E27FC236}">
                <a16:creationId xmlns:a16="http://schemas.microsoft.com/office/drawing/2014/main" id="{832634BB-300D-9E65-863F-0C5B3B8C6071}"/>
              </a:ext>
            </a:extLst>
          </p:cNvPr>
          <p:cNvSpPr>
            <a:spLocks noGrp="1"/>
          </p:cNvSpPr>
          <p:nvPr>
            <p:ph type="ftr" sz="quarter" idx="11"/>
          </p:nvPr>
        </p:nvSpPr>
        <p:spPr/>
        <p:txBody>
          <a:bodyPr/>
          <a:lstStyle/>
          <a:p>
            <a:endParaRPr lang="en-US"/>
          </a:p>
        </p:txBody>
      </p:sp>
      <p:sp>
        <p:nvSpPr>
          <p:cNvPr id="6" name="Tijdelijke aanduiding voor dianummer 5">
            <a:extLst>
              <a:ext uri="{FF2B5EF4-FFF2-40B4-BE49-F238E27FC236}">
                <a16:creationId xmlns:a16="http://schemas.microsoft.com/office/drawing/2014/main" id="{540F7806-7FA4-0867-31BE-BB5EA591AEEB}"/>
              </a:ext>
            </a:extLst>
          </p:cNvPr>
          <p:cNvSpPr>
            <a:spLocks noGrp="1"/>
          </p:cNvSpPr>
          <p:nvPr>
            <p:ph type="sldNum" sz="quarter" idx="12"/>
          </p:nvPr>
        </p:nvSpPr>
        <p:spPr/>
        <p:txBody>
          <a:bodyPr/>
          <a:lstStyle/>
          <a:p>
            <a:fld id="{AEAD572E-2F50-43BC-A5A3-42ECFACCA1CC}" type="slidenum">
              <a:rPr lang="en-US" smtClean="0"/>
              <a:t>2</a:t>
            </a:fld>
            <a:endParaRPr lang="en-US"/>
          </a:p>
        </p:txBody>
      </p:sp>
      <p:sp>
        <p:nvSpPr>
          <p:cNvPr id="7" name="Tijdelijke aanduiding voor tekst 6">
            <a:extLst>
              <a:ext uri="{FF2B5EF4-FFF2-40B4-BE49-F238E27FC236}">
                <a16:creationId xmlns:a16="http://schemas.microsoft.com/office/drawing/2014/main" id="{954ED128-2926-4992-380A-7D05C177EF0B}"/>
              </a:ext>
            </a:extLst>
          </p:cNvPr>
          <p:cNvSpPr>
            <a:spLocks noGrp="1"/>
          </p:cNvSpPr>
          <p:nvPr>
            <p:ph type="body" sz="quarter" idx="13"/>
          </p:nvPr>
        </p:nvSpPr>
        <p:spPr/>
        <p:txBody>
          <a:bodyPr/>
          <a:lstStyle/>
          <a:p>
            <a:endParaRPr lang="fr-FR"/>
          </a:p>
        </p:txBody>
      </p:sp>
    </p:spTree>
    <p:extLst>
      <p:ext uri="{BB962C8B-B14F-4D97-AF65-F5344CB8AC3E}">
        <p14:creationId xmlns:p14="http://schemas.microsoft.com/office/powerpoint/2010/main" val="136731380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113B1408-EBB8-3708-12D4-4DF82CF02EBA}"/>
              </a:ext>
            </a:extLst>
          </p:cNvPr>
          <p:cNvSpPr>
            <a:spLocks noGrp="1"/>
          </p:cNvSpPr>
          <p:nvPr>
            <p:ph type="ftr" sz="quarter" idx="10"/>
          </p:nvPr>
        </p:nvSpPr>
        <p:spPr/>
        <p:txBody>
          <a:bodyPr/>
          <a:lstStyle/>
          <a:p>
            <a:endParaRPr lang="en-US"/>
          </a:p>
        </p:txBody>
      </p:sp>
      <p:sp>
        <p:nvSpPr>
          <p:cNvPr id="3" name="Tijdelijke aanduiding voor dianummer 2">
            <a:extLst>
              <a:ext uri="{FF2B5EF4-FFF2-40B4-BE49-F238E27FC236}">
                <a16:creationId xmlns:a16="http://schemas.microsoft.com/office/drawing/2014/main" id="{3A1CFE18-C244-053C-C47A-76EAE39045D7}"/>
              </a:ext>
            </a:extLst>
          </p:cNvPr>
          <p:cNvSpPr>
            <a:spLocks noGrp="1"/>
          </p:cNvSpPr>
          <p:nvPr>
            <p:ph type="sldNum" sz="quarter" idx="11"/>
          </p:nvPr>
        </p:nvSpPr>
        <p:spPr/>
        <p:txBody>
          <a:bodyPr/>
          <a:lstStyle/>
          <a:p>
            <a:fld id="{AEAD572E-2F50-43BC-A5A3-42ECFACCA1CC}" type="slidenum">
              <a:rPr lang="en-US" smtClean="0"/>
              <a:pPr/>
              <a:t>3</a:t>
            </a:fld>
            <a:endParaRPr lang="en-US"/>
          </a:p>
        </p:txBody>
      </p:sp>
    </p:spTree>
    <p:extLst>
      <p:ext uri="{BB962C8B-B14F-4D97-AF65-F5344CB8AC3E}">
        <p14:creationId xmlns:p14="http://schemas.microsoft.com/office/powerpoint/2010/main" val="405707781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FD46A9B1-4035-B4DC-05A0-3E5B39FB360F}"/>
              </a:ext>
            </a:extLst>
          </p:cNvPr>
          <p:cNvSpPr>
            <a:spLocks noGrp="1"/>
          </p:cNvSpPr>
          <p:nvPr>
            <p:ph type="ftr" sz="quarter" idx="10"/>
          </p:nvPr>
        </p:nvSpPr>
        <p:spPr/>
        <p:txBody>
          <a:bodyPr/>
          <a:lstStyle/>
          <a:p>
            <a:endParaRPr lang="en-US"/>
          </a:p>
        </p:txBody>
      </p:sp>
      <p:sp>
        <p:nvSpPr>
          <p:cNvPr id="3" name="Tijdelijke aanduiding voor dianummer 2">
            <a:extLst>
              <a:ext uri="{FF2B5EF4-FFF2-40B4-BE49-F238E27FC236}">
                <a16:creationId xmlns:a16="http://schemas.microsoft.com/office/drawing/2014/main" id="{448DBA2A-02F2-CB41-1158-12F665C11288}"/>
              </a:ext>
            </a:extLst>
          </p:cNvPr>
          <p:cNvSpPr>
            <a:spLocks noGrp="1"/>
          </p:cNvSpPr>
          <p:nvPr>
            <p:ph type="sldNum" sz="quarter" idx="11"/>
          </p:nvPr>
        </p:nvSpPr>
        <p:spPr/>
        <p:txBody>
          <a:bodyPr/>
          <a:lstStyle/>
          <a:p>
            <a:fld id="{AEAD572E-2F50-43BC-A5A3-42ECFACCA1CC}" type="slidenum">
              <a:rPr lang="en-US" smtClean="0"/>
              <a:pPr/>
              <a:t>4</a:t>
            </a:fld>
            <a:endParaRPr lang="en-US"/>
          </a:p>
        </p:txBody>
      </p:sp>
    </p:spTree>
    <p:extLst>
      <p:ext uri="{BB962C8B-B14F-4D97-AF65-F5344CB8AC3E}">
        <p14:creationId xmlns:p14="http://schemas.microsoft.com/office/powerpoint/2010/main" val="400432988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448008"/>
      </p:ext>
    </p:extLst>
  </p:cSld>
  <p:clrMapOvr>
    <a:masterClrMapping/>
  </p:clrMapOvr>
  <p:transition>
    <p:fade/>
  </p:transition>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Words>
  <Application>Microsoft Office PowerPoint</Application>
  <PresentationFormat>Breedbeeld</PresentationFormat>
  <Paragraphs>3</Paragraphs>
  <Slides>5</Slides>
  <Notes>0</Notes>
  <HiddenSlides>0</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5</vt:i4>
      </vt:variant>
    </vt:vector>
  </HeadingPairs>
  <TitlesOfParts>
    <vt:vector size="11" baseType="lpstr">
      <vt:lpstr>Aptos</vt:lpstr>
      <vt:lpstr>Aptos Display</vt:lpstr>
      <vt:lpstr>Arial</vt:lpstr>
      <vt:lpstr>Sora-SIA SemiBold</vt:lpstr>
      <vt:lpstr>Wingdings 3</vt:lpstr>
      <vt:lpstr>Kantoorthema</vt:lpstr>
      <vt:lpstr>PowerPoint-presentatie</vt:lpstr>
      <vt:lpstr>PowerPoint-presentatie</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  KUNNEN</dc:creator>
  <cp:lastModifiedBy>Jan  KUNNEN</cp:lastModifiedBy>
  <cp:revision>1</cp:revision>
  <dcterms:created xsi:type="dcterms:W3CDTF">2026-05-07T11:48:34Z</dcterms:created>
  <dcterms:modified xsi:type="dcterms:W3CDTF">2026-05-07T11:48:57Z</dcterms:modified>
</cp:coreProperties>
</file>